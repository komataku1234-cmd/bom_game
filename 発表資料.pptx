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4729" autoAdjust="0"/>
  </p:normalViewPr>
  <p:slideViewPr>
    <p:cSldViewPr snapToGrid="0">
      <p:cViewPr varScale="1">
        <p:scale>
          <a:sx n="81" d="100"/>
          <a:sy n="81" d="100"/>
        </p:scale>
        <p:origin x="70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5818D8-4325-4951-B12B-55AC1B5E2383}" type="datetimeFigureOut">
              <a:rPr kumimoji="1" lang="ja-JP" altLang="en-US" smtClean="0"/>
              <a:t>2026/5/29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45E172-09B5-4755-9884-6CA53DD6D013}" type="slidenum">
              <a:rPr kumimoji="1" lang="ja-JP" altLang="en-US" smtClean="0"/>
              <a:t>‹#›</a:t>
            </a:fld>
            <a:endParaRPr kumimoji="1" lang="ja-JP" altLang="en-US"/>
          </a:p>
        </p:txBody>
      </p:sp>
    </p:spTree>
    <p:extLst>
      <p:ext uri="{BB962C8B-B14F-4D97-AF65-F5344CB8AC3E}">
        <p14:creationId xmlns:p14="http://schemas.microsoft.com/office/powerpoint/2010/main" val="380969551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私が作成したものは、爆弾を仕分けるゲームです。爆弾には赤と青の二種類あります。赤の爆弾は赤のボックスに、青の爆弾は青のボックスに仕分けるゲームを作成しました。</a:t>
            </a:r>
            <a:endParaRPr kumimoji="1" lang="en-US" altLang="ja-JP" dirty="0"/>
          </a:p>
          <a:p>
            <a:r>
              <a:rPr kumimoji="1" lang="ja-JP" altLang="en-US" dirty="0"/>
              <a:t>爆弾は一定時間が経過するか赤の爆弾を青のボックスに入れるなどの仕分けミスのどちらかでゲームオーバーになります。</a:t>
            </a:r>
          </a:p>
        </p:txBody>
      </p:sp>
      <p:sp>
        <p:nvSpPr>
          <p:cNvPr id="4" name="スライド番号プレースホルダー 3"/>
          <p:cNvSpPr>
            <a:spLocks noGrp="1"/>
          </p:cNvSpPr>
          <p:nvPr>
            <p:ph type="sldNum" sz="quarter" idx="5"/>
          </p:nvPr>
        </p:nvSpPr>
        <p:spPr/>
        <p:txBody>
          <a:bodyPr/>
          <a:lstStyle/>
          <a:p>
            <a:fld id="{7D45E172-09B5-4755-9884-6CA53DD6D013}" type="slidenum">
              <a:rPr kumimoji="1" lang="ja-JP" altLang="en-US" smtClean="0"/>
              <a:t>3</a:t>
            </a:fld>
            <a:endParaRPr kumimoji="1" lang="ja-JP" altLang="en-US"/>
          </a:p>
        </p:txBody>
      </p:sp>
    </p:spTree>
    <p:extLst>
      <p:ext uri="{BB962C8B-B14F-4D97-AF65-F5344CB8AC3E}">
        <p14:creationId xmlns:p14="http://schemas.microsoft.com/office/powerpoint/2010/main" val="195301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作成経緯です</a:t>
            </a:r>
            <a:endParaRPr kumimoji="1" lang="en-US" altLang="ja-JP" dirty="0"/>
          </a:p>
          <a:p>
            <a:r>
              <a:rPr kumimoji="1" lang="ja-JP" altLang="en-US" dirty="0"/>
              <a:t>作成経緯は主に三つです</a:t>
            </a:r>
            <a:endParaRPr kumimoji="1" lang="en-US" altLang="ja-JP" dirty="0"/>
          </a:p>
          <a:p>
            <a:r>
              <a:rPr kumimoji="1" lang="ja-JP" altLang="en-US" dirty="0"/>
              <a:t>一つ目は私が小さいころによくやっていたマリオのミニゲームにこの爆弾を仕分けるゲームがあります。それの再現をしたかったのが理由の一つです。</a:t>
            </a:r>
            <a:endParaRPr kumimoji="1" lang="en-US" altLang="ja-JP" dirty="0"/>
          </a:p>
          <a:p>
            <a:r>
              <a:rPr kumimoji="1" lang="ja-JP" altLang="en-US" dirty="0"/>
              <a:t>二つ目は単純にプログラミングの難易度を上げたかったからです。あとで実演をしますが、壁で爆弾を反射させたり、爆弾をマウスで動かすなどのすこし複雑なコードを作成したかったからです</a:t>
            </a:r>
            <a:endParaRPr kumimoji="1" lang="en-US" altLang="ja-JP" dirty="0"/>
          </a:p>
          <a:p>
            <a:r>
              <a:rPr kumimoji="1" lang="ja-JP" altLang="en-US" dirty="0"/>
              <a:t>三つめは拡張性の高いものにしたかったからです。今回の開発期間はおよそ一週間で、私がどれだけ開発できるのか、またスプリングブートの作成にどのくらいかかるのかめどが立たなかったため、最低限の動きができてから動きを増やしたり機能を追加できるゲームにしたかったのが理由です。</a:t>
            </a:r>
          </a:p>
        </p:txBody>
      </p:sp>
      <p:sp>
        <p:nvSpPr>
          <p:cNvPr id="4" name="スライド番号プレースホルダー 3"/>
          <p:cNvSpPr>
            <a:spLocks noGrp="1"/>
          </p:cNvSpPr>
          <p:nvPr>
            <p:ph type="sldNum" sz="quarter" idx="5"/>
          </p:nvPr>
        </p:nvSpPr>
        <p:spPr/>
        <p:txBody>
          <a:bodyPr/>
          <a:lstStyle/>
          <a:p>
            <a:fld id="{7D45E172-09B5-4755-9884-6CA53DD6D013}" type="slidenum">
              <a:rPr kumimoji="1" lang="ja-JP" altLang="en-US" smtClean="0"/>
              <a:t>4</a:t>
            </a:fld>
            <a:endParaRPr kumimoji="1" lang="ja-JP" altLang="en-US"/>
          </a:p>
        </p:txBody>
      </p:sp>
    </p:spTree>
    <p:extLst>
      <p:ext uri="{BB962C8B-B14F-4D97-AF65-F5344CB8AC3E}">
        <p14:creationId xmlns:p14="http://schemas.microsoft.com/office/powerpoint/2010/main" val="130452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今後のビジョンです</a:t>
            </a:r>
            <a:endParaRPr kumimoji="1" lang="en-US" altLang="ja-JP" dirty="0"/>
          </a:p>
          <a:p>
            <a:r>
              <a:rPr kumimoji="1" lang="ja-JP" altLang="en-US" dirty="0"/>
              <a:t>ゲームでよくある不適切な名前をはじく設定を追加したい</a:t>
            </a:r>
            <a:endParaRPr kumimoji="1" lang="en-US" altLang="ja-JP" dirty="0"/>
          </a:p>
          <a:p>
            <a:r>
              <a:rPr kumimoji="1" lang="ja-JP" altLang="en-US" dirty="0"/>
              <a:t>爆弾の出現位置を増やしたり、</a:t>
            </a:r>
            <a:r>
              <a:rPr kumimoji="1" lang="en-US" altLang="ja-JP" dirty="0"/>
              <a:t>2</a:t>
            </a:r>
            <a:r>
              <a:rPr kumimoji="1" lang="ja-JP" altLang="en-US" dirty="0"/>
              <a:t>か所から同時に出現するようにしたい。</a:t>
            </a:r>
            <a:endParaRPr kumimoji="1" lang="en-US" altLang="ja-JP" dirty="0"/>
          </a:p>
        </p:txBody>
      </p:sp>
      <p:sp>
        <p:nvSpPr>
          <p:cNvPr id="4" name="スライド番号プレースホルダー 3"/>
          <p:cNvSpPr>
            <a:spLocks noGrp="1"/>
          </p:cNvSpPr>
          <p:nvPr>
            <p:ph type="sldNum" sz="quarter" idx="5"/>
          </p:nvPr>
        </p:nvSpPr>
        <p:spPr/>
        <p:txBody>
          <a:bodyPr/>
          <a:lstStyle/>
          <a:p>
            <a:fld id="{7D45E172-09B5-4755-9884-6CA53DD6D013}" type="slidenum">
              <a:rPr kumimoji="1" lang="ja-JP" altLang="en-US" smtClean="0"/>
              <a:t>6</a:t>
            </a:fld>
            <a:endParaRPr kumimoji="1" lang="ja-JP" altLang="en-US"/>
          </a:p>
        </p:txBody>
      </p:sp>
    </p:spTree>
    <p:extLst>
      <p:ext uri="{BB962C8B-B14F-4D97-AF65-F5344CB8AC3E}">
        <p14:creationId xmlns:p14="http://schemas.microsoft.com/office/powerpoint/2010/main" val="2688273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8C1795-3D0C-AF8A-43EE-E68034199718}"/>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EF74543-54C9-FB80-B337-2E79060BBD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F951938-3D21-B6FC-8079-CE2C044FA654}"/>
              </a:ext>
            </a:extLst>
          </p:cNvPr>
          <p:cNvSpPr>
            <a:spLocks noGrp="1"/>
          </p:cNvSpPr>
          <p:nvPr>
            <p:ph type="dt" sz="half" idx="10"/>
          </p:nvPr>
        </p:nvSpPr>
        <p:spPr/>
        <p:txBody>
          <a:bodyPr/>
          <a:lstStyle/>
          <a:p>
            <a:fld id="{8D16CB21-6282-4AC7-BFA0-4AC0E0293347}" type="datetime1">
              <a:rPr kumimoji="1" lang="ja-JP" altLang="en-US" smtClean="0"/>
              <a:t>2026/5/29</a:t>
            </a:fld>
            <a:endParaRPr kumimoji="1" lang="ja-JP" altLang="en-US"/>
          </a:p>
        </p:txBody>
      </p:sp>
      <p:sp>
        <p:nvSpPr>
          <p:cNvPr id="5" name="フッター プレースホルダー 4">
            <a:extLst>
              <a:ext uri="{FF2B5EF4-FFF2-40B4-BE49-F238E27FC236}">
                <a16:creationId xmlns:a16="http://schemas.microsoft.com/office/drawing/2014/main" id="{C2DA7104-6910-57AF-C327-7DC169B2262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7829933-0B3B-CC74-F001-E4867DF8039D}"/>
              </a:ext>
            </a:extLst>
          </p:cNvPr>
          <p:cNvSpPr>
            <a:spLocks noGrp="1"/>
          </p:cNvSpPr>
          <p:nvPr>
            <p:ph type="sldNum" sz="quarter" idx="12"/>
          </p:nvPr>
        </p:nvSpPr>
        <p:spPr/>
        <p:txBody>
          <a:bodyPr/>
          <a:lstStyle/>
          <a:p>
            <a:fld id="{AF8887E5-4649-4FDE-BA48-631FF4BDE73C}" type="slidenum">
              <a:rPr kumimoji="1" lang="ja-JP" altLang="en-US" smtClean="0"/>
              <a:t>‹#›</a:t>
            </a:fld>
            <a:endParaRPr kumimoji="1" lang="ja-JP" altLang="en-US"/>
          </a:p>
        </p:txBody>
      </p:sp>
    </p:spTree>
    <p:extLst>
      <p:ext uri="{BB962C8B-B14F-4D97-AF65-F5344CB8AC3E}">
        <p14:creationId xmlns:p14="http://schemas.microsoft.com/office/powerpoint/2010/main" val="2814281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FCCEAE-B727-D6CF-6139-82C524A1CCB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B48EBC2-4598-D850-E521-0E21FF2C1DC1}"/>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BBD1AC7-346F-C1AE-D0C0-752503D4BF0F}"/>
              </a:ext>
            </a:extLst>
          </p:cNvPr>
          <p:cNvSpPr>
            <a:spLocks noGrp="1"/>
          </p:cNvSpPr>
          <p:nvPr>
            <p:ph type="dt" sz="half" idx="10"/>
          </p:nvPr>
        </p:nvSpPr>
        <p:spPr/>
        <p:txBody>
          <a:bodyPr/>
          <a:lstStyle/>
          <a:p>
            <a:fld id="{1D078CE3-F08C-4583-BC3C-7614996A2958}" type="datetime1">
              <a:rPr kumimoji="1" lang="ja-JP" altLang="en-US" smtClean="0"/>
              <a:t>2026/5/29</a:t>
            </a:fld>
            <a:endParaRPr kumimoji="1" lang="ja-JP" altLang="en-US"/>
          </a:p>
        </p:txBody>
      </p:sp>
      <p:sp>
        <p:nvSpPr>
          <p:cNvPr id="5" name="フッター プレースホルダー 4">
            <a:extLst>
              <a:ext uri="{FF2B5EF4-FFF2-40B4-BE49-F238E27FC236}">
                <a16:creationId xmlns:a16="http://schemas.microsoft.com/office/drawing/2014/main" id="{076EF294-D4A4-4925-E14F-3B7C31C2285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48E2201-520B-B9E6-7063-579869C79EAA}"/>
              </a:ext>
            </a:extLst>
          </p:cNvPr>
          <p:cNvSpPr>
            <a:spLocks noGrp="1"/>
          </p:cNvSpPr>
          <p:nvPr>
            <p:ph type="sldNum" sz="quarter" idx="12"/>
          </p:nvPr>
        </p:nvSpPr>
        <p:spPr/>
        <p:txBody>
          <a:bodyPr/>
          <a:lstStyle/>
          <a:p>
            <a:fld id="{AF8887E5-4649-4FDE-BA48-631FF4BDE73C}" type="slidenum">
              <a:rPr kumimoji="1" lang="ja-JP" altLang="en-US" smtClean="0"/>
              <a:t>‹#›</a:t>
            </a:fld>
            <a:endParaRPr kumimoji="1" lang="ja-JP" altLang="en-US"/>
          </a:p>
        </p:txBody>
      </p:sp>
    </p:spTree>
    <p:extLst>
      <p:ext uri="{BB962C8B-B14F-4D97-AF65-F5344CB8AC3E}">
        <p14:creationId xmlns:p14="http://schemas.microsoft.com/office/powerpoint/2010/main" val="3870103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DE4403-846C-8018-A056-B035C8B35EC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1434457-AD44-4AFE-97B6-C0B4C526DF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F9653B7-6307-1849-44A7-27CD9FBADDAD}"/>
              </a:ext>
            </a:extLst>
          </p:cNvPr>
          <p:cNvSpPr>
            <a:spLocks noGrp="1"/>
          </p:cNvSpPr>
          <p:nvPr>
            <p:ph type="dt" sz="half" idx="10"/>
          </p:nvPr>
        </p:nvSpPr>
        <p:spPr/>
        <p:txBody>
          <a:bodyPr/>
          <a:lstStyle/>
          <a:p>
            <a:fld id="{B70BB467-C3F4-46F0-8612-D17FE513584B}" type="datetime1">
              <a:rPr kumimoji="1" lang="ja-JP" altLang="en-US" smtClean="0"/>
              <a:t>2026/5/29</a:t>
            </a:fld>
            <a:endParaRPr kumimoji="1" lang="ja-JP" altLang="en-US"/>
          </a:p>
        </p:txBody>
      </p:sp>
      <p:sp>
        <p:nvSpPr>
          <p:cNvPr id="5" name="フッター プレースホルダー 4">
            <a:extLst>
              <a:ext uri="{FF2B5EF4-FFF2-40B4-BE49-F238E27FC236}">
                <a16:creationId xmlns:a16="http://schemas.microsoft.com/office/drawing/2014/main" id="{B62EC6F9-17F3-4765-AA85-48BEF0D83CB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ABA8072-B273-DC87-1BC7-8DF35A25C68C}"/>
              </a:ext>
            </a:extLst>
          </p:cNvPr>
          <p:cNvSpPr>
            <a:spLocks noGrp="1"/>
          </p:cNvSpPr>
          <p:nvPr>
            <p:ph type="sldNum" sz="quarter" idx="12"/>
          </p:nvPr>
        </p:nvSpPr>
        <p:spPr/>
        <p:txBody>
          <a:bodyPr/>
          <a:lstStyle/>
          <a:p>
            <a:fld id="{AF8887E5-4649-4FDE-BA48-631FF4BDE73C}" type="slidenum">
              <a:rPr kumimoji="1" lang="ja-JP" altLang="en-US" smtClean="0"/>
              <a:t>‹#›</a:t>
            </a:fld>
            <a:endParaRPr kumimoji="1" lang="ja-JP" altLang="en-US"/>
          </a:p>
        </p:txBody>
      </p:sp>
    </p:spTree>
    <p:extLst>
      <p:ext uri="{BB962C8B-B14F-4D97-AF65-F5344CB8AC3E}">
        <p14:creationId xmlns:p14="http://schemas.microsoft.com/office/powerpoint/2010/main" val="2370640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604F7E-6995-3B19-B3FA-4C54A116A17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73FDE5-9120-5562-D758-534988A3F0B0}"/>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2A256D34-EB5C-2F3B-2AC5-E53BEC53C32A}"/>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F9E6B5FB-8110-A1FB-37BE-877580F4325A}"/>
              </a:ext>
            </a:extLst>
          </p:cNvPr>
          <p:cNvSpPr>
            <a:spLocks noGrp="1"/>
          </p:cNvSpPr>
          <p:nvPr>
            <p:ph type="dt" sz="half" idx="10"/>
          </p:nvPr>
        </p:nvSpPr>
        <p:spPr/>
        <p:txBody>
          <a:bodyPr/>
          <a:lstStyle/>
          <a:p>
            <a:fld id="{1C55ED9C-6598-4D22-9627-3AF03F0F096D}" type="datetime1">
              <a:rPr kumimoji="1" lang="ja-JP" altLang="en-US" smtClean="0"/>
              <a:t>2026/5/29</a:t>
            </a:fld>
            <a:endParaRPr kumimoji="1" lang="ja-JP" altLang="en-US"/>
          </a:p>
        </p:txBody>
      </p:sp>
      <p:sp>
        <p:nvSpPr>
          <p:cNvPr id="6" name="フッター プレースホルダー 5">
            <a:extLst>
              <a:ext uri="{FF2B5EF4-FFF2-40B4-BE49-F238E27FC236}">
                <a16:creationId xmlns:a16="http://schemas.microsoft.com/office/drawing/2014/main" id="{3E44747F-D5FD-35F4-E145-12B92110536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38C56AB-7548-550C-141B-1BC47CA87DE3}"/>
              </a:ext>
            </a:extLst>
          </p:cNvPr>
          <p:cNvSpPr>
            <a:spLocks noGrp="1"/>
          </p:cNvSpPr>
          <p:nvPr>
            <p:ph type="sldNum" sz="quarter" idx="12"/>
          </p:nvPr>
        </p:nvSpPr>
        <p:spPr/>
        <p:txBody>
          <a:bodyPr/>
          <a:lstStyle/>
          <a:p>
            <a:fld id="{AF8887E5-4649-4FDE-BA48-631FF4BDE73C}" type="slidenum">
              <a:rPr kumimoji="1" lang="ja-JP" altLang="en-US" smtClean="0"/>
              <a:t>‹#›</a:t>
            </a:fld>
            <a:endParaRPr kumimoji="1" lang="ja-JP" altLang="en-US"/>
          </a:p>
        </p:txBody>
      </p:sp>
    </p:spTree>
    <p:extLst>
      <p:ext uri="{BB962C8B-B14F-4D97-AF65-F5344CB8AC3E}">
        <p14:creationId xmlns:p14="http://schemas.microsoft.com/office/powerpoint/2010/main" val="1854040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9DF18F-3058-5793-09B5-1060FB25081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657E911-4548-7F23-E62A-5BAFA4C7F8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9A9323E3-5608-0A46-D6C5-5A5878132AA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D9375C5-4D2E-0A56-CF68-94EA4B1E7E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7CCFE01-88D9-856E-0DCF-00A20ADCA78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8174F81-97CD-311D-758A-A32166BED7AE}"/>
              </a:ext>
            </a:extLst>
          </p:cNvPr>
          <p:cNvSpPr>
            <a:spLocks noGrp="1"/>
          </p:cNvSpPr>
          <p:nvPr>
            <p:ph type="dt" sz="half" idx="10"/>
          </p:nvPr>
        </p:nvSpPr>
        <p:spPr/>
        <p:txBody>
          <a:bodyPr/>
          <a:lstStyle/>
          <a:p>
            <a:fld id="{262FC24E-4190-4AE7-942B-2D9CAA3EE878}" type="datetime1">
              <a:rPr kumimoji="1" lang="ja-JP" altLang="en-US" smtClean="0"/>
              <a:t>2026/5/29</a:t>
            </a:fld>
            <a:endParaRPr kumimoji="1" lang="ja-JP" altLang="en-US"/>
          </a:p>
        </p:txBody>
      </p:sp>
      <p:sp>
        <p:nvSpPr>
          <p:cNvPr id="8" name="フッター プレースホルダー 7">
            <a:extLst>
              <a:ext uri="{FF2B5EF4-FFF2-40B4-BE49-F238E27FC236}">
                <a16:creationId xmlns:a16="http://schemas.microsoft.com/office/drawing/2014/main" id="{83C065E2-88FC-D3B3-CECB-96E71672F50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5C73927F-FFC2-1A5C-B52A-F85D60A839E2}"/>
              </a:ext>
            </a:extLst>
          </p:cNvPr>
          <p:cNvSpPr>
            <a:spLocks noGrp="1"/>
          </p:cNvSpPr>
          <p:nvPr>
            <p:ph type="sldNum" sz="quarter" idx="12"/>
          </p:nvPr>
        </p:nvSpPr>
        <p:spPr/>
        <p:txBody>
          <a:bodyPr/>
          <a:lstStyle/>
          <a:p>
            <a:fld id="{AF8887E5-4649-4FDE-BA48-631FF4BDE73C}" type="slidenum">
              <a:rPr kumimoji="1" lang="ja-JP" altLang="en-US" smtClean="0"/>
              <a:t>‹#›</a:t>
            </a:fld>
            <a:endParaRPr kumimoji="1" lang="ja-JP" altLang="en-US"/>
          </a:p>
        </p:txBody>
      </p:sp>
    </p:spTree>
    <p:extLst>
      <p:ext uri="{BB962C8B-B14F-4D97-AF65-F5344CB8AC3E}">
        <p14:creationId xmlns:p14="http://schemas.microsoft.com/office/powerpoint/2010/main" val="73317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A48F65-FB55-C407-3FF0-5F921669678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7E59F8CE-A6C0-59D4-E1DA-420F98362DD6}"/>
              </a:ext>
            </a:extLst>
          </p:cNvPr>
          <p:cNvSpPr>
            <a:spLocks noGrp="1"/>
          </p:cNvSpPr>
          <p:nvPr>
            <p:ph type="dt" sz="half" idx="10"/>
          </p:nvPr>
        </p:nvSpPr>
        <p:spPr/>
        <p:txBody>
          <a:bodyPr/>
          <a:lstStyle/>
          <a:p>
            <a:fld id="{CFF0B3C9-F072-42F7-8C1E-312F6395E5DD}" type="datetime1">
              <a:rPr kumimoji="1" lang="ja-JP" altLang="en-US" smtClean="0"/>
              <a:t>2026/5/29</a:t>
            </a:fld>
            <a:endParaRPr kumimoji="1" lang="ja-JP" altLang="en-US"/>
          </a:p>
        </p:txBody>
      </p:sp>
      <p:sp>
        <p:nvSpPr>
          <p:cNvPr id="4" name="フッター プレースホルダー 3">
            <a:extLst>
              <a:ext uri="{FF2B5EF4-FFF2-40B4-BE49-F238E27FC236}">
                <a16:creationId xmlns:a16="http://schemas.microsoft.com/office/drawing/2014/main" id="{E394E666-4E00-FB5A-020E-96DB7ED5B8D1}"/>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E05E056F-48A9-F9F3-E56F-E4A2F1D24D09}"/>
              </a:ext>
            </a:extLst>
          </p:cNvPr>
          <p:cNvSpPr>
            <a:spLocks noGrp="1"/>
          </p:cNvSpPr>
          <p:nvPr>
            <p:ph type="sldNum" sz="quarter" idx="12"/>
          </p:nvPr>
        </p:nvSpPr>
        <p:spPr/>
        <p:txBody>
          <a:bodyPr/>
          <a:lstStyle/>
          <a:p>
            <a:fld id="{AF8887E5-4649-4FDE-BA48-631FF4BDE73C}" type="slidenum">
              <a:rPr kumimoji="1" lang="ja-JP" altLang="en-US" smtClean="0"/>
              <a:t>‹#›</a:t>
            </a:fld>
            <a:endParaRPr kumimoji="1" lang="ja-JP" altLang="en-US"/>
          </a:p>
        </p:txBody>
      </p:sp>
    </p:spTree>
    <p:extLst>
      <p:ext uri="{BB962C8B-B14F-4D97-AF65-F5344CB8AC3E}">
        <p14:creationId xmlns:p14="http://schemas.microsoft.com/office/powerpoint/2010/main" val="3489524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A02B0C2-DE18-D2BA-1B63-1C3100E78E0F}"/>
              </a:ext>
            </a:extLst>
          </p:cNvPr>
          <p:cNvSpPr>
            <a:spLocks noGrp="1"/>
          </p:cNvSpPr>
          <p:nvPr>
            <p:ph type="dt" sz="half" idx="10"/>
          </p:nvPr>
        </p:nvSpPr>
        <p:spPr/>
        <p:txBody>
          <a:bodyPr/>
          <a:lstStyle/>
          <a:p>
            <a:fld id="{51E99B29-A7C1-4228-B301-4DBACF48DC6F}" type="datetime1">
              <a:rPr kumimoji="1" lang="ja-JP" altLang="en-US" smtClean="0"/>
              <a:t>2026/5/29</a:t>
            </a:fld>
            <a:endParaRPr kumimoji="1" lang="ja-JP" altLang="en-US"/>
          </a:p>
        </p:txBody>
      </p:sp>
      <p:sp>
        <p:nvSpPr>
          <p:cNvPr id="3" name="フッター プレースホルダー 2">
            <a:extLst>
              <a:ext uri="{FF2B5EF4-FFF2-40B4-BE49-F238E27FC236}">
                <a16:creationId xmlns:a16="http://schemas.microsoft.com/office/drawing/2014/main" id="{78AA115C-0274-ED27-63AF-316850BD93B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5C22B56-8F17-99C3-A299-0D90E3EB432B}"/>
              </a:ext>
            </a:extLst>
          </p:cNvPr>
          <p:cNvSpPr>
            <a:spLocks noGrp="1"/>
          </p:cNvSpPr>
          <p:nvPr>
            <p:ph type="sldNum" sz="quarter" idx="12"/>
          </p:nvPr>
        </p:nvSpPr>
        <p:spPr/>
        <p:txBody>
          <a:bodyPr/>
          <a:lstStyle/>
          <a:p>
            <a:fld id="{AF8887E5-4649-4FDE-BA48-631FF4BDE73C}" type="slidenum">
              <a:rPr kumimoji="1" lang="ja-JP" altLang="en-US" smtClean="0"/>
              <a:t>‹#›</a:t>
            </a:fld>
            <a:endParaRPr kumimoji="1" lang="ja-JP" altLang="en-US"/>
          </a:p>
        </p:txBody>
      </p:sp>
    </p:spTree>
    <p:extLst>
      <p:ext uri="{BB962C8B-B14F-4D97-AF65-F5344CB8AC3E}">
        <p14:creationId xmlns:p14="http://schemas.microsoft.com/office/powerpoint/2010/main" val="986456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E7311C-7C2C-1A95-727D-852FB830BDE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D4CAF2E-EF88-98ED-50D2-7A5E3B1B03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31420F6-F11D-4FE8-F8F3-D8DF1D31B7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921398E-E556-2A4F-A9BB-33B90D023FEA}"/>
              </a:ext>
            </a:extLst>
          </p:cNvPr>
          <p:cNvSpPr>
            <a:spLocks noGrp="1"/>
          </p:cNvSpPr>
          <p:nvPr>
            <p:ph type="dt" sz="half" idx="10"/>
          </p:nvPr>
        </p:nvSpPr>
        <p:spPr/>
        <p:txBody>
          <a:bodyPr/>
          <a:lstStyle/>
          <a:p>
            <a:fld id="{B9746BD1-CC43-4CFC-BA4F-4CF7AC72B966}" type="datetime1">
              <a:rPr kumimoji="1" lang="ja-JP" altLang="en-US" smtClean="0"/>
              <a:t>2026/5/29</a:t>
            </a:fld>
            <a:endParaRPr kumimoji="1" lang="ja-JP" altLang="en-US"/>
          </a:p>
        </p:txBody>
      </p:sp>
      <p:sp>
        <p:nvSpPr>
          <p:cNvPr id="6" name="フッター プレースホルダー 5">
            <a:extLst>
              <a:ext uri="{FF2B5EF4-FFF2-40B4-BE49-F238E27FC236}">
                <a16:creationId xmlns:a16="http://schemas.microsoft.com/office/drawing/2014/main" id="{34E44AEB-9ED0-DD4B-8CE7-B7D0160BE2C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E49A14E-7709-DFA2-4D9D-E1F1AEE39BD9}"/>
              </a:ext>
            </a:extLst>
          </p:cNvPr>
          <p:cNvSpPr>
            <a:spLocks noGrp="1"/>
          </p:cNvSpPr>
          <p:nvPr>
            <p:ph type="sldNum" sz="quarter" idx="12"/>
          </p:nvPr>
        </p:nvSpPr>
        <p:spPr/>
        <p:txBody>
          <a:bodyPr/>
          <a:lstStyle/>
          <a:p>
            <a:fld id="{AF8887E5-4649-4FDE-BA48-631FF4BDE73C}" type="slidenum">
              <a:rPr kumimoji="1" lang="ja-JP" altLang="en-US" smtClean="0"/>
              <a:t>‹#›</a:t>
            </a:fld>
            <a:endParaRPr kumimoji="1" lang="ja-JP" altLang="en-US"/>
          </a:p>
        </p:txBody>
      </p:sp>
    </p:spTree>
    <p:extLst>
      <p:ext uri="{BB962C8B-B14F-4D97-AF65-F5344CB8AC3E}">
        <p14:creationId xmlns:p14="http://schemas.microsoft.com/office/powerpoint/2010/main" val="33633102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7B27FD-035A-24D7-1BFE-06A1EA59012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1CADA2D-1F22-C14B-1A08-6992E84AA6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CD64110-518D-1A29-7BD5-9EB3CA32C1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8C1574F-4910-D2FC-07D3-6D0FE3C808E8}"/>
              </a:ext>
            </a:extLst>
          </p:cNvPr>
          <p:cNvSpPr>
            <a:spLocks noGrp="1"/>
          </p:cNvSpPr>
          <p:nvPr>
            <p:ph type="dt" sz="half" idx="10"/>
          </p:nvPr>
        </p:nvSpPr>
        <p:spPr/>
        <p:txBody>
          <a:bodyPr/>
          <a:lstStyle/>
          <a:p>
            <a:fld id="{090A9D19-4603-48ED-8263-AEEAC68D33AC}" type="datetime1">
              <a:rPr kumimoji="1" lang="ja-JP" altLang="en-US" smtClean="0"/>
              <a:t>2026/5/29</a:t>
            </a:fld>
            <a:endParaRPr kumimoji="1" lang="ja-JP" altLang="en-US"/>
          </a:p>
        </p:txBody>
      </p:sp>
      <p:sp>
        <p:nvSpPr>
          <p:cNvPr id="6" name="フッター プレースホルダー 5">
            <a:extLst>
              <a:ext uri="{FF2B5EF4-FFF2-40B4-BE49-F238E27FC236}">
                <a16:creationId xmlns:a16="http://schemas.microsoft.com/office/drawing/2014/main" id="{69A8CA51-A723-B4A3-AA74-1BBA211AB01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D341D97-879B-427E-5654-0CBEFE224535}"/>
              </a:ext>
            </a:extLst>
          </p:cNvPr>
          <p:cNvSpPr>
            <a:spLocks noGrp="1"/>
          </p:cNvSpPr>
          <p:nvPr>
            <p:ph type="sldNum" sz="quarter" idx="12"/>
          </p:nvPr>
        </p:nvSpPr>
        <p:spPr/>
        <p:txBody>
          <a:bodyPr/>
          <a:lstStyle/>
          <a:p>
            <a:fld id="{AF8887E5-4649-4FDE-BA48-631FF4BDE73C}" type="slidenum">
              <a:rPr kumimoji="1" lang="ja-JP" altLang="en-US" smtClean="0"/>
              <a:t>‹#›</a:t>
            </a:fld>
            <a:endParaRPr kumimoji="1" lang="ja-JP" altLang="en-US"/>
          </a:p>
        </p:txBody>
      </p:sp>
    </p:spTree>
    <p:extLst>
      <p:ext uri="{BB962C8B-B14F-4D97-AF65-F5344CB8AC3E}">
        <p14:creationId xmlns:p14="http://schemas.microsoft.com/office/powerpoint/2010/main" val="96536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F1A1A2-0ABE-C379-74C3-9BE4562FFE8A}"/>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C051928-E894-E01E-BD0D-C54D5FCD191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35C3C45-E427-AC95-9E44-C098E9E947C4}"/>
              </a:ext>
            </a:extLst>
          </p:cNvPr>
          <p:cNvSpPr>
            <a:spLocks noGrp="1"/>
          </p:cNvSpPr>
          <p:nvPr>
            <p:ph type="dt" sz="half" idx="10"/>
          </p:nvPr>
        </p:nvSpPr>
        <p:spPr/>
        <p:txBody>
          <a:bodyPr/>
          <a:lstStyle/>
          <a:p>
            <a:fld id="{DDE42F88-BA2C-4D83-BF30-290016A60B22}" type="datetime1">
              <a:rPr kumimoji="1" lang="ja-JP" altLang="en-US" smtClean="0"/>
              <a:t>2026/5/29</a:t>
            </a:fld>
            <a:endParaRPr kumimoji="1" lang="ja-JP" altLang="en-US"/>
          </a:p>
        </p:txBody>
      </p:sp>
      <p:sp>
        <p:nvSpPr>
          <p:cNvPr id="5" name="フッター プレースホルダー 4">
            <a:extLst>
              <a:ext uri="{FF2B5EF4-FFF2-40B4-BE49-F238E27FC236}">
                <a16:creationId xmlns:a16="http://schemas.microsoft.com/office/drawing/2014/main" id="{35D84F36-B71B-CA83-6F12-C354B35E758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ABC3E02-7A4E-ADDF-DE11-A2C774F19CEB}"/>
              </a:ext>
            </a:extLst>
          </p:cNvPr>
          <p:cNvSpPr>
            <a:spLocks noGrp="1"/>
          </p:cNvSpPr>
          <p:nvPr>
            <p:ph type="sldNum" sz="quarter" idx="12"/>
          </p:nvPr>
        </p:nvSpPr>
        <p:spPr/>
        <p:txBody>
          <a:bodyPr/>
          <a:lstStyle/>
          <a:p>
            <a:fld id="{AF8887E5-4649-4FDE-BA48-631FF4BDE73C}" type="slidenum">
              <a:rPr kumimoji="1" lang="ja-JP" altLang="en-US" smtClean="0"/>
              <a:t>‹#›</a:t>
            </a:fld>
            <a:endParaRPr kumimoji="1" lang="ja-JP" altLang="en-US"/>
          </a:p>
        </p:txBody>
      </p:sp>
    </p:spTree>
    <p:extLst>
      <p:ext uri="{BB962C8B-B14F-4D97-AF65-F5344CB8AC3E}">
        <p14:creationId xmlns:p14="http://schemas.microsoft.com/office/powerpoint/2010/main" val="3894999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B367C05-E2E4-C817-88B0-65EEAB3B7B2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0B4F3C-0752-1883-2E25-70D358141F81}"/>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10C069F-689A-850C-FE5E-0AADCAB4B9F1}"/>
              </a:ext>
            </a:extLst>
          </p:cNvPr>
          <p:cNvSpPr>
            <a:spLocks noGrp="1"/>
          </p:cNvSpPr>
          <p:nvPr>
            <p:ph type="dt" sz="half" idx="10"/>
          </p:nvPr>
        </p:nvSpPr>
        <p:spPr/>
        <p:txBody>
          <a:bodyPr/>
          <a:lstStyle/>
          <a:p>
            <a:fld id="{544E0599-737F-4A52-9519-27E1C94CAEEF}" type="datetime1">
              <a:rPr kumimoji="1" lang="ja-JP" altLang="en-US" smtClean="0"/>
              <a:t>2026/5/29</a:t>
            </a:fld>
            <a:endParaRPr kumimoji="1" lang="ja-JP" altLang="en-US"/>
          </a:p>
        </p:txBody>
      </p:sp>
      <p:sp>
        <p:nvSpPr>
          <p:cNvPr id="5" name="フッター プレースホルダー 4">
            <a:extLst>
              <a:ext uri="{FF2B5EF4-FFF2-40B4-BE49-F238E27FC236}">
                <a16:creationId xmlns:a16="http://schemas.microsoft.com/office/drawing/2014/main" id="{956B3914-B0EE-6FE1-C279-6B3F4376B0A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361C00F-A9B3-9DB1-DB99-3647E4AADBEA}"/>
              </a:ext>
            </a:extLst>
          </p:cNvPr>
          <p:cNvSpPr>
            <a:spLocks noGrp="1"/>
          </p:cNvSpPr>
          <p:nvPr>
            <p:ph type="sldNum" sz="quarter" idx="12"/>
          </p:nvPr>
        </p:nvSpPr>
        <p:spPr/>
        <p:txBody>
          <a:bodyPr/>
          <a:lstStyle/>
          <a:p>
            <a:fld id="{AF8887E5-4649-4FDE-BA48-631FF4BDE73C}" type="slidenum">
              <a:rPr kumimoji="1" lang="ja-JP" altLang="en-US" smtClean="0"/>
              <a:t>‹#›</a:t>
            </a:fld>
            <a:endParaRPr kumimoji="1" lang="ja-JP" altLang="en-US"/>
          </a:p>
        </p:txBody>
      </p:sp>
    </p:spTree>
    <p:extLst>
      <p:ext uri="{BB962C8B-B14F-4D97-AF65-F5344CB8AC3E}">
        <p14:creationId xmlns:p14="http://schemas.microsoft.com/office/powerpoint/2010/main" val="2760395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4CB4B05-43A3-3BE2-4C8D-4DDCA32E0B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A0BFEEE-BA96-BE12-2FE0-25F5C6539E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0C09649-D8DF-9E8C-0781-FF8579489A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9C46FA-919F-4FB5-BCD4-BFC0A0E57375}" type="datetime1">
              <a:rPr kumimoji="1" lang="ja-JP" altLang="en-US" smtClean="0"/>
              <a:t>2026/5/29</a:t>
            </a:fld>
            <a:endParaRPr kumimoji="1" lang="ja-JP" altLang="en-US"/>
          </a:p>
        </p:txBody>
      </p:sp>
      <p:sp>
        <p:nvSpPr>
          <p:cNvPr id="5" name="フッター プレースホルダー 4">
            <a:extLst>
              <a:ext uri="{FF2B5EF4-FFF2-40B4-BE49-F238E27FC236}">
                <a16:creationId xmlns:a16="http://schemas.microsoft.com/office/drawing/2014/main" id="{F0F08447-715F-8747-3001-9D6A729B41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8D43C07-5ABF-1A69-DF16-A21412BA93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F8887E5-4649-4FDE-BA48-631FF4BDE73C}" type="slidenum">
              <a:rPr kumimoji="1" lang="ja-JP" altLang="en-US" smtClean="0"/>
              <a:t>‹#›</a:t>
            </a:fld>
            <a:endParaRPr kumimoji="1" lang="ja-JP" altLang="en-US"/>
          </a:p>
        </p:txBody>
      </p:sp>
    </p:spTree>
    <p:extLst>
      <p:ext uri="{BB962C8B-B14F-4D97-AF65-F5344CB8AC3E}">
        <p14:creationId xmlns:p14="http://schemas.microsoft.com/office/powerpoint/2010/main" val="13209027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localhost:8080/"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3A8DC4-7CC4-C25E-8366-BA94C861137A}"/>
              </a:ext>
            </a:extLst>
          </p:cNvPr>
          <p:cNvSpPr>
            <a:spLocks noGrp="1"/>
          </p:cNvSpPr>
          <p:nvPr>
            <p:ph type="ctrTitle"/>
          </p:nvPr>
        </p:nvSpPr>
        <p:spPr/>
        <p:txBody>
          <a:bodyPr/>
          <a:lstStyle/>
          <a:p>
            <a:r>
              <a:rPr kumimoji="1" lang="ja-JP" altLang="en-US" dirty="0"/>
              <a:t>個人開発発表</a:t>
            </a:r>
          </a:p>
        </p:txBody>
      </p:sp>
      <p:sp>
        <p:nvSpPr>
          <p:cNvPr id="3" name="字幕 2">
            <a:extLst>
              <a:ext uri="{FF2B5EF4-FFF2-40B4-BE49-F238E27FC236}">
                <a16:creationId xmlns:a16="http://schemas.microsoft.com/office/drawing/2014/main" id="{1A7BEDC9-C00A-04DF-0ED7-C65C57704B60}"/>
              </a:ext>
            </a:extLst>
          </p:cNvPr>
          <p:cNvSpPr>
            <a:spLocks noGrp="1"/>
          </p:cNvSpPr>
          <p:nvPr>
            <p:ph type="subTitle" idx="1"/>
          </p:nvPr>
        </p:nvSpPr>
        <p:spPr/>
        <p:txBody>
          <a:bodyPr/>
          <a:lstStyle/>
          <a:p>
            <a:r>
              <a:rPr kumimoji="1" lang="ja-JP" altLang="en-US" dirty="0"/>
              <a:t>株式会社オートバックスデジタルイニシアチブ</a:t>
            </a:r>
            <a:endParaRPr kumimoji="1" lang="en-US" altLang="ja-JP" dirty="0"/>
          </a:p>
          <a:p>
            <a:r>
              <a:rPr kumimoji="1" lang="ja-JP" altLang="en-US" dirty="0"/>
              <a:t>小松　拓</a:t>
            </a:r>
          </a:p>
        </p:txBody>
      </p:sp>
      <p:sp>
        <p:nvSpPr>
          <p:cNvPr id="4" name="スライド番号プレースホルダー 3">
            <a:extLst>
              <a:ext uri="{FF2B5EF4-FFF2-40B4-BE49-F238E27FC236}">
                <a16:creationId xmlns:a16="http://schemas.microsoft.com/office/drawing/2014/main" id="{2FDC3D9D-CA27-A502-9BB0-DDECE4BFD6B6}"/>
              </a:ext>
            </a:extLst>
          </p:cNvPr>
          <p:cNvSpPr>
            <a:spLocks noGrp="1"/>
          </p:cNvSpPr>
          <p:nvPr>
            <p:ph type="sldNum" sz="quarter" idx="12"/>
          </p:nvPr>
        </p:nvSpPr>
        <p:spPr/>
        <p:txBody>
          <a:bodyPr/>
          <a:lstStyle/>
          <a:p>
            <a:fld id="{AF8887E5-4649-4FDE-BA48-631FF4BDE73C}" type="slidenum">
              <a:rPr kumimoji="1" lang="ja-JP" altLang="en-US" smtClean="0"/>
              <a:t>1</a:t>
            </a:fld>
            <a:endParaRPr kumimoji="1" lang="ja-JP" altLang="en-US"/>
          </a:p>
        </p:txBody>
      </p:sp>
    </p:spTree>
    <p:extLst>
      <p:ext uri="{BB962C8B-B14F-4D97-AF65-F5344CB8AC3E}">
        <p14:creationId xmlns:p14="http://schemas.microsoft.com/office/powerpoint/2010/main" val="227682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4FF7A2-5780-BEE1-D097-C4FA11E4BCF4}"/>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488D8CC1-391A-762C-192B-D76115C94CC3}"/>
              </a:ext>
            </a:extLst>
          </p:cNvPr>
          <p:cNvSpPr>
            <a:spLocks noGrp="1"/>
          </p:cNvSpPr>
          <p:nvPr>
            <p:ph idx="1"/>
          </p:nvPr>
        </p:nvSpPr>
        <p:spPr/>
        <p:txBody>
          <a:bodyPr/>
          <a:lstStyle/>
          <a:p>
            <a:r>
              <a:rPr kumimoji="1" lang="ja-JP" altLang="en-US" dirty="0"/>
              <a:t>作成物</a:t>
            </a:r>
            <a:endParaRPr kumimoji="1" lang="en-US" altLang="ja-JP" dirty="0"/>
          </a:p>
          <a:p>
            <a:r>
              <a:rPr kumimoji="1" lang="ja-JP" altLang="en-US" dirty="0"/>
              <a:t>作成経緯</a:t>
            </a:r>
            <a:endParaRPr kumimoji="1" lang="en-US" altLang="ja-JP" dirty="0"/>
          </a:p>
          <a:p>
            <a:r>
              <a:rPr kumimoji="1" lang="ja-JP" altLang="en-US" dirty="0"/>
              <a:t>実演</a:t>
            </a:r>
            <a:endParaRPr kumimoji="1" lang="en-US" altLang="ja-JP" dirty="0"/>
          </a:p>
          <a:p>
            <a:r>
              <a:rPr kumimoji="1" lang="ja-JP" altLang="en-US" dirty="0"/>
              <a:t>工夫した点</a:t>
            </a:r>
            <a:endParaRPr kumimoji="1" lang="en-US" altLang="ja-JP" dirty="0"/>
          </a:p>
          <a:p>
            <a:r>
              <a:rPr kumimoji="1" lang="ja-JP" altLang="en-US" dirty="0"/>
              <a:t>今後のビジョン</a:t>
            </a:r>
          </a:p>
        </p:txBody>
      </p:sp>
      <p:sp>
        <p:nvSpPr>
          <p:cNvPr id="4" name="スライド番号プレースホルダー 3">
            <a:extLst>
              <a:ext uri="{FF2B5EF4-FFF2-40B4-BE49-F238E27FC236}">
                <a16:creationId xmlns:a16="http://schemas.microsoft.com/office/drawing/2014/main" id="{EF6BCA21-4765-A798-A651-6BE52C8FECBB}"/>
              </a:ext>
            </a:extLst>
          </p:cNvPr>
          <p:cNvSpPr>
            <a:spLocks noGrp="1"/>
          </p:cNvSpPr>
          <p:nvPr>
            <p:ph type="sldNum" sz="quarter" idx="12"/>
          </p:nvPr>
        </p:nvSpPr>
        <p:spPr/>
        <p:txBody>
          <a:bodyPr/>
          <a:lstStyle/>
          <a:p>
            <a:fld id="{AF8887E5-4649-4FDE-BA48-631FF4BDE73C}" type="slidenum">
              <a:rPr kumimoji="1" lang="ja-JP" altLang="en-US" smtClean="0"/>
              <a:t>2</a:t>
            </a:fld>
            <a:endParaRPr kumimoji="1" lang="ja-JP" altLang="en-US"/>
          </a:p>
        </p:txBody>
      </p:sp>
    </p:spTree>
    <p:extLst>
      <p:ext uri="{BB962C8B-B14F-4D97-AF65-F5344CB8AC3E}">
        <p14:creationId xmlns:p14="http://schemas.microsoft.com/office/powerpoint/2010/main" val="447706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6BD117-5C31-C658-B255-59102F2A3376}"/>
              </a:ext>
            </a:extLst>
          </p:cNvPr>
          <p:cNvSpPr>
            <a:spLocks noGrp="1"/>
          </p:cNvSpPr>
          <p:nvPr>
            <p:ph type="title"/>
          </p:nvPr>
        </p:nvSpPr>
        <p:spPr/>
        <p:txBody>
          <a:bodyPr/>
          <a:lstStyle/>
          <a:p>
            <a:r>
              <a:rPr kumimoji="1" lang="ja-JP" altLang="en-US" dirty="0"/>
              <a:t>作成物</a:t>
            </a:r>
          </a:p>
        </p:txBody>
      </p:sp>
      <p:sp>
        <p:nvSpPr>
          <p:cNvPr id="3" name="コンテンツ プレースホルダー 2">
            <a:extLst>
              <a:ext uri="{FF2B5EF4-FFF2-40B4-BE49-F238E27FC236}">
                <a16:creationId xmlns:a16="http://schemas.microsoft.com/office/drawing/2014/main" id="{B21CD839-67ED-2EF5-7308-C4B50D81AE89}"/>
              </a:ext>
            </a:extLst>
          </p:cNvPr>
          <p:cNvSpPr>
            <a:spLocks noGrp="1"/>
          </p:cNvSpPr>
          <p:nvPr>
            <p:ph idx="1"/>
          </p:nvPr>
        </p:nvSpPr>
        <p:spPr>
          <a:xfrm>
            <a:off x="838200" y="1825625"/>
            <a:ext cx="10515600" cy="548607"/>
          </a:xfrm>
        </p:spPr>
        <p:txBody>
          <a:bodyPr>
            <a:noAutofit/>
          </a:bodyPr>
          <a:lstStyle/>
          <a:p>
            <a:r>
              <a:rPr kumimoji="1" lang="ja-JP" altLang="en-US" sz="3600" dirty="0"/>
              <a:t>爆弾（赤、青）を仕分けるゲーム</a:t>
            </a:r>
            <a:endParaRPr kumimoji="1" lang="en-US" altLang="ja-JP" sz="3600" dirty="0"/>
          </a:p>
          <a:p>
            <a:pPr marL="0" indent="0">
              <a:buNone/>
            </a:pPr>
            <a:endParaRPr kumimoji="1" lang="en-US" altLang="ja-JP" sz="3600" dirty="0"/>
          </a:p>
        </p:txBody>
      </p:sp>
      <p:sp>
        <p:nvSpPr>
          <p:cNvPr id="4" name="テキスト ボックス 3">
            <a:extLst>
              <a:ext uri="{FF2B5EF4-FFF2-40B4-BE49-F238E27FC236}">
                <a16:creationId xmlns:a16="http://schemas.microsoft.com/office/drawing/2014/main" id="{BDFC49AE-EC3F-4034-CA9E-D0A5FFF4728B}"/>
              </a:ext>
            </a:extLst>
          </p:cNvPr>
          <p:cNvSpPr txBox="1"/>
          <p:nvPr/>
        </p:nvSpPr>
        <p:spPr>
          <a:xfrm>
            <a:off x="5045242" y="2374232"/>
            <a:ext cx="1050758" cy="923330"/>
          </a:xfrm>
          <a:prstGeom prst="rect">
            <a:avLst/>
          </a:prstGeom>
          <a:noFill/>
        </p:spPr>
        <p:txBody>
          <a:bodyPr wrap="square" rtlCol="0">
            <a:spAutoFit/>
          </a:bodyPr>
          <a:lstStyle/>
          <a:p>
            <a:r>
              <a:rPr kumimoji="1" lang="ja-JP" altLang="en-US" sz="5400" dirty="0"/>
              <a:t>💣</a:t>
            </a:r>
          </a:p>
        </p:txBody>
      </p:sp>
      <p:sp>
        <p:nvSpPr>
          <p:cNvPr id="5" name="正方形/長方形 4">
            <a:extLst>
              <a:ext uri="{FF2B5EF4-FFF2-40B4-BE49-F238E27FC236}">
                <a16:creationId xmlns:a16="http://schemas.microsoft.com/office/drawing/2014/main" id="{51A98554-2166-D7D8-DCEA-CE0D22F0AE1E}"/>
              </a:ext>
            </a:extLst>
          </p:cNvPr>
          <p:cNvSpPr/>
          <p:nvPr/>
        </p:nvSpPr>
        <p:spPr>
          <a:xfrm>
            <a:off x="2630905" y="3729789"/>
            <a:ext cx="2061411" cy="166035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74D52169-7C08-6904-9CB5-B3A33C2C4975}"/>
              </a:ext>
            </a:extLst>
          </p:cNvPr>
          <p:cNvSpPr/>
          <p:nvPr/>
        </p:nvSpPr>
        <p:spPr>
          <a:xfrm>
            <a:off x="6785810" y="3729789"/>
            <a:ext cx="2061411" cy="1660358"/>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矢印: 右 6">
            <a:extLst>
              <a:ext uri="{FF2B5EF4-FFF2-40B4-BE49-F238E27FC236}">
                <a16:creationId xmlns:a16="http://schemas.microsoft.com/office/drawing/2014/main" id="{4D9521F3-E8A8-9602-0126-A1B81769C17F}"/>
              </a:ext>
            </a:extLst>
          </p:cNvPr>
          <p:cNvSpPr/>
          <p:nvPr/>
        </p:nvSpPr>
        <p:spPr>
          <a:xfrm rot="8077262">
            <a:off x="4637827" y="2959725"/>
            <a:ext cx="721895" cy="894422"/>
          </a:xfrm>
          <a:prstGeom prst="rightArrow">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右 7">
            <a:extLst>
              <a:ext uri="{FF2B5EF4-FFF2-40B4-BE49-F238E27FC236}">
                <a16:creationId xmlns:a16="http://schemas.microsoft.com/office/drawing/2014/main" id="{C1AF7E1F-D8C7-7FD1-274F-E9B1787AE0E4}"/>
              </a:ext>
            </a:extLst>
          </p:cNvPr>
          <p:cNvSpPr/>
          <p:nvPr/>
        </p:nvSpPr>
        <p:spPr>
          <a:xfrm rot="2312516">
            <a:off x="5976187" y="2981789"/>
            <a:ext cx="721895" cy="894422"/>
          </a:xfrm>
          <a:prstGeom prst="rightArrow">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CFF5D8BA-EC31-5B03-92DC-73E51700E99C}"/>
              </a:ext>
            </a:extLst>
          </p:cNvPr>
          <p:cNvSpPr txBox="1"/>
          <p:nvPr/>
        </p:nvSpPr>
        <p:spPr>
          <a:xfrm>
            <a:off x="5995733" y="2489854"/>
            <a:ext cx="1804737" cy="523220"/>
          </a:xfrm>
          <a:prstGeom prst="rect">
            <a:avLst/>
          </a:prstGeom>
          <a:noFill/>
        </p:spPr>
        <p:txBody>
          <a:bodyPr wrap="square" rtlCol="0">
            <a:spAutoFit/>
          </a:bodyPr>
          <a:lstStyle/>
          <a:p>
            <a:r>
              <a:rPr kumimoji="1" lang="ja-JP" altLang="en-US" sz="2800" dirty="0"/>
              <a:t>赤</a:t>
            </a:r>
            <a:r>
              <a:rPr kumimoji="1" lang="en-US" altLang="ja-JP" sz="2800" dirty="0"/>
              <a:t>or</a:t>
            </a:r>
            <a:r>
              <a:rPr kumimoji="1" lang="ja-JP" altLang="en-US" sz="2800" dirty="0"/>
              <a:t>青</a:t>
            </a:r>
          </a:p>
        </p:txBody>
      </p:sp>
      <p:sp>
        <p:nvSpPr>
          <p:cNvPr id="10" name="テキスト ボックス 9">
            <a:extLst>
              <a:ext uri="{FF2B5EF4-FFF2-40B4-BE49-F238E27FC236}">
                <a16:creationId xmlns:a16="http://schemas.microsoft.com/office/drawing/2014/main" id="{265FDA2D-FF2F-5BD6-EDBF-46E3207CE55E}"/>
              </a:ext>
            </a:extLst>
          </p:cNvPr>
          <p:cNvSpPr txBox="1"/>
          <p:nvPr/>
        </p:nvSpPr>
        <p:spPr>
          <a:xfrm>
            <a:off x="838199" y="5760819"/>
            <a:ext cx="10945305" cy="646331"/>
          </a:xfrm>
          <a:prstGeom prst="rect">
            <a:avLst/>
          </a:prstGeom>
          <a:noFill/>
        </p:spPr>
        <p:txBody>
          <a:bodyPr wrap="square" rtlCol="0">
            <a:spAutoFit/>
          </a:bodyPr>
          <a:lstStyle/>
          <a:p>
            <a:pPr marL="457200" indent="-457200">
              <a:buFont typeface="Arial" panose="020B0604020202020204" pitchFamily="34" charset="0"/>
              <a:buChar char="•"/>
            </a:pPr>
            <a:r>
              <a:rPr kumimoji="1" lang="ja-JP" altLang="en-US" sz="3600" dirty="0"/>
              <a:t>一定時間でゲームオーバーになる</a:t>
            </a:r>
            <a:r>
              <a:rPr lang="en-US" altLang="ja-JP" sz="3600" dirty="0"/>
              <a:t>(</a:t>
            </a:r>
            <a:r>
              <a:rPr lang="ja-JP" altLang="en-US" sz="3600" dirty="0"/>
              <a:t>仕分けミスも</a:t>
            </a:r>
            <a:r>
              <a:rPr lang="en-US" altLang="ja-JP" sz="3600" dirty="0"/>
              <a:t>)</a:t>
            </a:r>
            <a:endParaRPr kumimoji="1" lang="ja-JP" altLang="en-US" sz="3600" dirty="0"/>
          </a:p>
        </p:txBody>
      </p:sp>
      <p:sp>
        <p:nvSpPr>
          <p:cNvPr id="11" name="スライド番号プレースホルダー 10">
            <a:extLst>
              <a:ext uri="{FF2B5EF4-FFF2-40B4-BE49-F238E27FC236}">
                <a16:creationId xmlns:a16="http://schemas.microsoft.com/office/drawing/2014/main" id="{EAAB12F1-2F6D-7495-BA7F-BC2CFF45D755}"/>
              </a:ext>
            </a:extLst>
          </p:cNvPr>
          <p:cNvSpPr>
            <a:spLocks noGrp="1"/>
          </p:cNvSpPr>
          <p:nvPr>
            <p:ph type="sldNum" sz="quarter" idx="12"/>
          </p:nvPr>
        </p:nvSpPr>
        <p:spPr/>
        <p:txBody>
          <a:bodyPr/>
          <a:lstStyle/>
          <a:p>
            <a:fld id="{AF8887E5-4649-4FDE-BA48-631FF4BDE73C}" type="slidenum">
              <a:rPr kumimoji="1" lang="ja-JP" altLang="en-US" smtClean="0"/>
              <a:t>3</a:t>
            </a:fld>
            <a:endParaRPr kumimoji="1" lang="ja-JP" altLang="en-US"/>
          </a:p>
        </p:txBody>
      </p:sp>
    </p:spTree>
    <p:extLst>
      <p:ext uri="{BB962C8B-B14F-4D97-AF65-F5344CB8AC3E}">
        <p14:creationId xmlns:p14="http://schemas.microsoft.com/office/powerpoint/2010/main" val="3037491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F65099-D599-F024-47F7-A4996FB89721}"/>
              </a:ext>
            </a:extLst>
          </p:cNvPr>
          <p:cNvSpPr>
            <a:spLocks noGrp="1"/>
          </p:cNvSpPr>
          <p:nvPr>
            <p:ph type="title"/>
          </p:nvPr>
        </p:nvSpPr>
        <p:spPr/>
        <p:txBody>
          <a:bodyPr/>
          <a:lstStyle/>
          <a:p>
            <a:r>
              <a:rPr kumimoji="1" lang="ja-JP" altLang="en-US" dirty="0"/>
              <a:t>作成経緯</a:t>
            </a:r>
          </a:p>
        </p:txBody>
      </p:sp>
      <p:sp>
        <p:nvSpPr>
          <p:cNvPr id="3" name="コンテンツ プレースホルダー 2">
            <a:extLst>
              <a:ext uri="{FF2B5EF4-FFF2-40B4-BE49-F238E27FC236}">
                <a16:creationId xmlns:a16="http://schemas.microsoft.com/office/drawing/2014/main" id="{1F9E31A8-31F1-B3CE-821E-014ABDE30441}"/>
              </a:ext>
            </a:extLst>
          </p:cNvPr>
          <p:cNvSpPr>
            <a:spLocks noGrp="1"/>
          </p:cNvSpPr>
          <p:nvPr>
            <p:ph idx="1"/>
          </p:nvPr>
        </p:nvSpPr>
        <p:spPr/>
        <p:txBody>
          <a:bodyPr>
            <a:normAutofit/>
          </a:bodyPr>
          <a:lstStyle/>
          <a:p>
            <a:r>
              <a:rPr kumimoji="1" lang="ja-JP" altLang="en-US" sz="3600" dirty="0"/>
              <a:t>昔よくやってたゲームの再現がしたかった</a:t>
            </a:r>
            <a:endParaRPr kumimoji="1" lang="en-US" altLang="ja-JP" sz="3600" dirty="0"/>
          </a:p>
          <a:p>
            <a:r>
              <a:rPr lang="ja-JP" altLang="en-US" sz="3600" dirty="0"/>
              <a:t>プログラミングの難易度を上げたかった</a:t>
            </a:r>
            <a:endParaRPr lang="en-US" altLang="ja-JP" sz="3600" dirty="0"/>
          </a:p>
          <a:p>
            <a:r>
              <a:rPr kumimoji="1" lang="ja-JP" altLang="en-US" sz="3600" dirty="0"/>
              <a:t>拡張性の高いものにしたかった</a:t>
            </a:r>
          </a:p>
        </p:txBody>
      </p:sp>
      <p:sp>
        <p:nvSpPr>
          <p:cNvPr id="4" name="スライド番号プレースホルダー 3">
            <a:extLst>
              <a:ext uri="{FF2B5EF4-FFF2-40B4-BE49-F238E27FC236}">
                <a16:creationId xmlns:a16="http://schemas.microsoft.com/office/drawing/2014/main" id="{F776F42C-C2E5-5D30-ED1F-09B8206B3648}"/>
              </a:ext>
            </a:extLst>
          </p:cNvPr>
          <p:cNvSpPr>
            <a:spLocks noGrp="1"/>
          </p:cNvSpPr>
          <p:nvPr>
            <p:ph type="sldNum" sz="quarter" idx="12"/>
          </p:nvPr>
        </p:nvSpPr>
        <p:spPr/>
        <p:txBody>
          <a:bodyPr/>
          <a:lstStyle/>
          <a:p>
            <a:fld id="{AF8887E5-4649-4FDE-BA48-631FF4BDE73C}" type="slidenum">
              <a:rPr kumimoji="1" lang="ja-JP" altLang="en-US" smtClean="0"/>
              <a:t>4</a:t>
            </a:fld>
            <a:endParaRPr kumimoji="1" lang="ja-JP" altLang="en-US"/>
          </a:p>
        </p:txBody>
      </p:sp>
    </p:spTree>
    <p:extLst>
      <p:ext uri="{BB962C8B-B14F-4D97-AF65-F5344CB8AC3E}">
        <p14:creationId xmlns:p14="http://schemas.microsoft.com/office/powerpoint/2010/main" val="7879013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9C1516-D140-0CFE-05EC-6EF3E55F0873}"/>
              </a:ext>
            </a:extLst>
          </p:cNvPr>
          <p:cNvSpPr>
            <a:spLocks noGrp="1"/>
          </p:cNvSpPr>
          <p:nvPr>
            <p:ph type="title"/>
          </p:nvPr>
        </p:nvSpPr>
        <p:spPr>
          <a:xfrm>
            <a:off x="838200" y="2766218"/>
            <a:ext cx="10515600" cy="1325563"/>
          </a:xfrm>
        </p:spPr>
        <p:txBody>
          <a:bodyPr>
            <a:normAutofit fontScale="90000"/>
          </a:bodyPr>
          <a:lstStyle/>
          <a:p>
            <a:pPr algn="ctr"/>
            <a:r>
              <a:rPr kumimoji="1" lang="ja-JP" altLang="en-US" sz="8000" dirty="0"/>
              <a:t>実演</a:t>
            </a:r>
            <a:r>
              <a:rPr kumimoji="1" lang="en-US" altLang="ja-JP" sz="8000" dirty="0"/>
              <a:t>(</a:t>
            </a:r>
            <a:r>
              <a:rPr kumimoji="1" lang="ja-JP" altLang="en-US" sz="8000" dirty="0"/>
              <a:t>工夫した点</a:t>
            </a:r>
            <a:r>
              <a:rPr kumimoji="1" lang="en-US" altLang="ja-JP" sz="8000" dirty="0"/>
              <a:t>)</a:t>
            </a:r>
            <a:br>
              <a:rPr kumimoji="1" lang="en-US" altLang="ja-JP" sz="8000" dirty="0"/>
            </a:br>
            <a:r>
              <a:rPr kumimoji="1" lang="en-US" altLang="ja-JP" sz="8000" dirty="0">
                <a:hlinkClick r:id="rId2"/>
              </a:rPr>
              <a:t>http://localhost:8080/</a:t>
            </a:r>
            <a:endParaRPr kumimoji="1" lang="ja-JP" altLang="en-US" sz="8000" dirty="0"/>
          </a:p>
        </p:txBody>
      </p:sp>
      <p:sp>
        <p:nvSpPr>
          <p:cNvPr id="3" name="スライド番号プレースホルダー 2">
            <a:extLst>
              <a:ext uri="{FF2B5EF4-FFF2-40B4-BE49-F238E27FC236}">
                <a16:creationId xmlns:a16="http://schemas.microsoft.com/office/drawing/2014/main" id="{F1F4D660-474E-EF45-E17E-E63844BFDA4D}"/>
              </a:ext>
            </a:extLst>
          </p:cNvPr>
          <p:cNvSpPr>
            <a:spLocks noGrp="1"/>
          </p:cNvSpPr>
          <p:nvPr>
            <p:ph type="sldNum" sz="quarter" idx="12"/>
          </p:nvPr>
        </p:nvSpPr>
        <p:spPr/>
        <p:txBody>
          <a:bodyPr/>
          <a:lstStyle/>
          <a:p>
            <a:fld id="{AF8887E5-4649-4FDE-BA48-631FF4BDE73C}" type="slidenum">
              <a:rPr kumimoji="1" lang="ja-JP" altLang="en-US" smtClean="0"/>
              <a:t>5</a:t>
            </a:fld>
            <a:endParaRPr kumimoji="1" lang="ja-JP" altLang="en-US"/>
          </a:p>
        </p:txBody>
      </p:sp>
    </p:spTree>
    <p:extLst>
      <p:ext uri="{BB962C8B-B14F-4D97-AF65-F5344CB8AC3E}">
        <p14:creationId xmlns:p14="http://schemas.microsoft.com/office/powerpoint/2010/main" val="2514734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B1480B-C5DF-5DEE-78E8-B7C4DF77D29E}"/>
              </a:ext>
            </a:extLst>
          </p:cNvPr>
          <p:cNvSpPr>
            <a:spLocks noGrp="1"/>
          </p:cNvSpPr>
          <p:nvPr>
            <p:ph type="title"/>
          </p:nvPr>
        </p:nvSpPr>
        <p:spPr/>
        <p:txBody>
          <a:bodyPr/>
          <a:lstStyle/>
          <a:p>
            <a:r>
              <a:rPr lang="ja-JP" altLang="en-US" dirty="0"/>
              <a:t>今後のビジョン</a:t>
            </a:r>
            <a:endParaRPr kumimoji="1" lang="ja-JP" altLang="en-US" dirty="0"/>
          </a:p>
        </p:txBody>
      </p:sp>
      <p:sp>
        <p:nvSpPr>
          <p:cNvPr id="3" name="コンテンツ プレースホルダー 2">
            <a:extLst>
              <a:ext uri="{FF2B5EF4-FFF2-40B4-BE49-F238E27FC236}">
                <a16:creationId xmlns:a16="http://schemas.microsoft.com/office/drawing/2014/main" id="{CA5F37F4-11CD-2679-B433-5C94183B7C11}"/>
              </a:ext>
            </a:extLst>
          </p:cNvPr>
          <p:cNvSpPr>
            <a:spLocks noGrp="1"/>
          </p:cNvSpPr>
          <p:nvPr>
            <p:ph idx="1"/>
          </p:nvPr>
        </p:nvSpPr>
        <p:spPr/>
        <p:txBody>
          <a:bodyPr>
            <a:normAutofit/>
          </a:bodyPr>
          <a:lstStyle/>
          <a:p>
            <a:r>
              <a:rPr kumimoji="1" lang="ja-JP" altLang="en-US" sz="3600" dirty="0"/>
              <a:t>名前入力に不適切な名前をはじく条件を付ける</a:t>
            </a:r>
            <a:endParaRPr kumimoji="1" lang="en-US" altLang="ja-JP" sz="3600" dirty="0"/>
          </a:p>
          <a:p>
            <a:r>
              <a:rPr kumimoji="1" lang="ja-JP" altLang="en-US" sz="3600" dirty="0"/>
              <a:t>爆弾の出現位置を増やす</a:t>
            </a:r>
          </a:p>
        </p:txBody>
      </p:sp>
      <p:sp>
        <p:nvSpPr>
          <p:cNvPr id="4" name="スライド番号プレースホルダー 3">
            <a:extLst>
              <a:ext uri="{FF2B5EF4-FFF2-40B4-BE49-F238E27FC236}">
                <a16:creationId xmlns:a16="http://schemas.microsoft.com/office/drawing/2014/main" id="{5923AFB5-B90E-4C00-29E0-59350AB50A10}"/>
              </a:ext>
            </a:extLst>
          </p:cNvPr>
          <p:cNvSpPr>
            <a:spLocks noGrp="1"/>
          </p:cNvSpPr>
          <p:nvPr>
            <p:ph type="sldNum" sz="quarter" idx="12"/>
          </p:nvPr>
        </p:nvSpPr>
        <p:spPr/>
        <p:txBody>
          <a:bodyPr/>
          <a:lstStyle/>
          <a:p>
            <a:fld id="{AF8887E5-4649-4FDE-BA48-631FF4BDE73C}" type="slidenum">
              <a:rPr kumimoji="1" lang="ja-JP" altLang="en-US" smtClean="0"/>
              <a:t>6</a:t>
            </a:fld>
            <a:endParaRPr kumimoji="1" lang="ja-JP" altLang="en-US"/>
          </a:p>
        </p:txBody>
      </p:sp>
    </p:spTree>
    <p:extLst>
      <p:ext uri="{BB962C8B-B14F-4D97-AF65-F5344CB8AC3E}">
        <p14:creationId xmlns:p14="http://schemas.microsoft.com/office/powerpoint/2010/main" val="284487087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472</TotalTime>
  <Words>371</Words>
  <Application>Microsoft Office PowerPoint</Application>
  <PresentationFormat>ワイド画面</PresentationFormat>
  <Paragraphs>41</Paragraphs>
  <Slides>6</Slides>
  <Notes>3</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6</vt:i4>
      </vt:variant>
    </vt:vector>
  </HeadingPairs>
  <TitlesOfParts>
    <vt:vector size="10" baseType="lpstr">
      <vt:lpstr>游ゴシック</vt:lpstr>
      <vt:lpstr>游ゴシック Light</vt:lpstr>
      <vt:lpstr>Arial</vt:lpstr>
      <vt:lpstr>Office テーマ</vt:lpstr>
      <vt:lpstr>個人開発発表</vt:lpstr>
      <vt:lpstr>目次</vt:lpstr>
      <vt:lpstr>作成物</vt:lpstr>
      <vt:lpstr>作成経緯</vt:lpstr>
      <vt:lpstr>実演(工夫した点) http://localhost:8080/</vt:lpstr>
      <vt:lpstr>今後のビジョン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小松　拓</dc:creator>
  <cp:lastModifiedBy>小松　拓</cp:lastModifiedBy>
  <cp:revision>5</cp:revision>
  <dcterms:created xsi:type="dcterms:W3CDTF">2026-05-27T07:33:44Z</dcterms:created>
  <dcterms:modified xsi:type="dcterms:W3CDTF">2026-05-29T08:11:21Z</dcterms:modified>
</cp:coreProperties>
</file>